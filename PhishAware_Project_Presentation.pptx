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DEFENSIVE CYBERSECURITY &amp; SECURE SOFTWARE ENGINEERING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PhishAware: Secure Phishing Awareness</a:t>
            </a:r>
            <a:br/>
            <a:r>
              <a:t>&amp; URL Risk Checker</a:t>
            </a:r>
          </a:p>
          <a:p>
            <a:pPr>
              <a:spcAft>
                <a:spcPts val="3200"/>
              </a:spcAft>
              <a:defRPr sz="1600">
                <a:solidFill>
                  <a:srgbClr val="94A3B8"/>
                </a:solidFill>
              </a:defRPr>
            </a:pPr>
            <a:r>
              <a:t>An educational, defense-in-depth web application evaluating URLs through transparent,</a:t>
            </a:r>
            <a:br/>
            <a:r>
              <a:t>explainable heuristics with zero server outbound requests.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Tech Stack: Python 3.14  |  Flask 3.x  |  MySQL 8.0 &amp; SQLite Dual-Engine  |  HTML5 &amp; CSS3  |  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Statement: The Deception Gap in URL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The Phishing Threat Landscape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Phishing is the #1 initial access vector in global cyber incidents.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Cybercriminals weaponize RFC 3986 URL parsing rules to visually disguise destinations.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Deceptive tactics include userinfo '@' credential injection, Cyrillic lookalike homoglyphs, and nested subdomains.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Non-technical users cannot decipher complex address structures without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Limitations of Existing Tools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Black-Box Scoring: Most scanners display 'Safe' or 'Dangerous' without explaining the underlying reasoning.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Lack of Education: Users fail to build intuition for spotting phishing patterns independently.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Severe Server Vulnerabilities: Naive scanners fetch or crawl target links, opening servers to SSRF and drive-by malware.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Our Mission: Build an explainable, safe, and educational defensive analyzer.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Foundational Principles: Zero Outbound Requests &amp;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1. Zero Outbound Requests Protocol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The backend server NEVER crawls, fetches, or resolves DNS for submitted URLs.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Eliminates Server-Side Request Forgery (SSRF) against cloud metadata (169.254.169.254) or local databases.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Prevents Denial-of-Service attacks (Slowloris/tar-pits) caused by malicious remote servers holding connections open.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Protects server memory and disks from automated malware payload downloads.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2. Heuristics are Not Definitive Proof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Heuristic evaluation analyzes syntactic and structural patterns for known deception tactics.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Heuristic results ARE NOT definitive proof that a site is benign or malicious.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Mandatory Disclaimers: Highlight that clean scores do not guarantee safety, and legitimate sites may trigger warnings.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Proactive Education: Teaches users to verify root domains and navigate via bookmarks.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End-to-End Processing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1. Client Input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User submits URL via responsive UI.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Instant synthetic chips provided for live test demos.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Vanilla JS fetch() eliminates CDN dependencies.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Strict textContent DOM rendering (Zero XSS).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2. Safe Normalizer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Length cap: Max 2,048 chars prevents ReDoS.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Control chars and null bytes rejected.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Blocks pseudo-schemes (javascript:, data:, file:).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Infers scheme if missing for RFC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3. Heuristic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Offline static parsing via urllib &amp; ipaddress.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Evaluates 13 rules across Host, Authority, Path.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Computes cumulative score (0-100 max cap).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Classifies tier: Low, Suspicious, or High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4. Storage &amp; Output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Dual-Engine persistence (MySQL 8.0 &amp; SQLite).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100% Parameterized queries (%s / ?).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Relational foreign keys with ON DELETE CASCADE.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Returns explainable evaluation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13 Heuristic Rules: Detectable Deceptive Tactics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Hostname &amp; Authority Rules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HR-01 (Raw IP Hostname): +35 pts | Disposable phishing kits bypassing domain registration.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HR-02 (Credential '@' Trick): +40 pts | Browser ignores text before '@' and navigates to the host after.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HR-03 (Excessive Subdomains): +20 pts | 3+ subdomains push the real domain offscreen.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HR-04 (Sensitive Subdomain Keyword): +25 pts | 'login' or 'verify' in subdomains of fake domains.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HR-05 (High-Risk TLD): +15 pts | Disposable TLDs (.xyz, .top, .click, .buzz).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HR-06 (Punycode / Homoglyphs): +35 pts | xn-- lookalike Cyrillic characters mimicking brands.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HR-07 (Non-Standard Ports): +20 pts | Web services running outside standard 80/443.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Structural, Path &amp; Query Rules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HR-08 (Excessive URL Length): +15 pts | URLs &gt;100 chars hiding redirect tokens or payloads.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HR-09 (Excessive Hyphens): +15 pts | 3+ hyphens creating deceptive imitation domain names.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HR-10 (Dword / Hex IP Obfuscation): +40 pts | Integer/Hex IPs bypassing naive regex filters.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HR-11 (Open Redirect Parameter): +20 pts | Bouncing victims from trusted sites to malicious hosts.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HR-12 (Brand in Path / Query): +25 pts | Brand name in path (e.g. site.com/paypal/login).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HR-13 (Unencrypted HTTP Sensitive): +15 pts | Cleartext HTTP for credential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Calibrated Scoring Model &amp; Explainable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🟢 Low Risk (0 - 24 pts)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Score Range: 0 to 24 points.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Syntactic Indicators: Few or no structural anomalies detected.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UI Visual: Emerald Green badge.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Guidance: Benign structure does not guarantee safety; verify the domain ownership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🟡 Suspicious (25 - 59 pts)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Score Range: 25 to 59 points.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Syntactic Indicators: Multiple warning signs (e.g. high-risk TLD + sensitive keywords + long URL).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UI Visual: Amber warning badge.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Guidance: Exercise high caution; verify URL source before interacting.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🔴 High Risk (60 - 100 pts)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Score Range: 60 to 100 points.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Syntactic Indicators: Critical deception tactics (e.g. '@' symbol, raw IP host, dword IP obfuscation).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UI Visual: Red alert badge.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Guidance: Strong indicators of credential harvesting; do not enter sensitive info.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Database Architecture: 3NF Relational Model &amp; SQLi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Relational Schema (3NF)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Table 1: 'assessments': Stores raw URL, normalized URL, host, scheme, risk score, classification, and timestamp.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Table 2: 'triggered_rules': Stores individual rule activations linked via Foreign Key (assessment_id).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ON DELETE CASCADE preserves referential integrity upon deletion.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Strategic B-Tree Indexes on host, risk_level, created_at, and rule_id for sub-millisecond query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Resilient Dual-Engine &amp; Security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Primary Engine: MySQL 8.0 with PyMySQL client.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Auto-Fallback: Zero-config SQLite (phishing_checker.db) activates if MySQL credentials are not set.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100% Parameterized Statements (%s / ?): Eliminates SQL Injection.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Verified Immunity: Synthetic injection payload (' OR '1'='1) tested and safely treated as plain string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Web Interface: Clean, Accessible &amp; Educational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Interactive Analyzer Dashboard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Interactive Test Chips: Instant one-click testing for benign, '@' trick, raw IP, and subdomain spoofing.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Dynamic Risk Gauge: Visual 0-100 score indicator with color transitions.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Deconstructed URL Grid: Protocol scheme, identified host, and normalized components.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Explainable Rule Cards: Detailing 'What Was Found', 'Attacker Tactics', and 'Safety Action'.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Audit Trail, Analytics &amp; Quiz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Searchable History: Debounced hostname search with risk-tier filter chips.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Telemetry Dashboard: Metric cards for total scans, average score, and top 5 triggered rules leaderboard.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Interactive Phishing Quiz: Real-world scenario questions with immediate educational feedback.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Zero CDN Dependencies: 100% vanilla JavaScript protects client integrity.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Defense-in-Depth: Multi-Layered Security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Browser &amp; HTTP Header Hardening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Content-Security-Policy (CSP): Restricts script execution to approved self-hosted origins.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X-Frame-Options: DENY: Blocks clickjacking by preventing iframe embedding.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X-Content-Type-Options: nosniff: Disables MIME-type sniffing.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Referrer-Policy: strict-origin-when-cross-origin: Prevents leakage of URL tokens in referer headers.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Application &amp; Storage Hardening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Contextual HTML Escaping: Jinja2 template auto-escaping prevents Cross-Site Scripting (XSS).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Client-Side DOM Sanitization: textContent used exclusively for rendering user 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Length &amp; Character Guards: 2,048-char limits block ReDoS and memory bloat.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Centralized Error Handlers: Intercept 400/404/500 errors to prevent stack trace leaks.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Verification &amp; Automated Testing: 100% Pass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Comprehensive Pytest Suite (37 Tests)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test_normalizer.py (14 tests): Validated RFC compliance, port boundaries, control char filtering, and blocked pseudo-schemes.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test_heuristics.py (13 tests): Verified individual rule triggers, scoring clamping (0-100), and educational disclaimers.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test_db.py (2 tests): Confirmed relational mapping and verified SQL injection immunity against attack payloads.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test_api.py (8 tests): Verified endpoints, search filters, error responses, and HTTP security headers.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Test Execution Metrics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Platform: Python 3.14 on Windows 64-bit.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Framework: pytest 9.2.0 with pluggy.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Total Tests: 37 collected, 37 passed, 0 failures.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Execution Speed: 4.58 seconds for complete end-to-end suite.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Git Status: Clean commit tree tracking each architectural milestone.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&amp; DEFENSIVE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Limitations &amp; Future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Current System Limitations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Static Heuristics Scope: Cannot inspect dynamic DOM content or detect real-time server cloaking.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Zero Network Access: Does not verify live SSL/TLS certificate validity or DNS existence.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False Positives: Complex legitimate developer URLs with multiple subdomains may receive warning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Future Roadmap Enhancements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Offline Machine Learning: Integrate a lightweight Random Forest model trained on URL lexical features.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Threat Feed Bloom Filters: Local, compressed Bloom filters for known malicious host databases (URLhaus).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Browser Extension: Client-side link inspector evaluating URLs in the browser before navigation.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Multi-Language Support: Localization for global educational outreach.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PROJECT SUMMARY &amp; VIVA DEFENSE READY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PhishAware: Empowering Safe Browsing</a:t>
            </a:r>
          </a:p>
          <a:p>
            <a:pPr>
              <a:spcAft>
                <a:spcPts val="2800"/>
              </a:spcAft>
              <a:defRPr sz="1600">
                <a:solidFill>
                  <a:srgbClr val="F8FAFC"/>
                </a:solidFill>
              </a:defRPr>
            </a:pPr>
            <a:r>
              <a:t>• Proved that explainable heuristic analysis effectively educates users on phishing tactics.</a:t>
            </a:r>
            <a:br/>
            <a:r>
              <a:t>• Enforced a Zero Outbound Requests policy eliminating SSRF and server infection vectors.</a:t>
            </a:r>
            <a:br/>
            <a:r>
              <a:t>• Achieved 100% SQL injection immunity and hardened HTTP headers.</a:t>
            </a:r>
            <a:br/>
            <a:r>
              <a:t>• Full deliverables: Source code, 37 automated tests, SRS, Diagrams, Report &amp; Presentation.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Thank you! Open for Questions &amp;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